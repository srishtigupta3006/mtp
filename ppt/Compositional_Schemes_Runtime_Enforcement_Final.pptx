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3366"/>
                </a:solidFill>
              </a:defRPr>
            </a:pPr>
            <a:r>
              <a:t>Compositional Schemes in Runtime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Mid-Term Project Presentation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Srishti Gupta (24CS06016)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Under the supervision of Dr. Srinivas Pinisetty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School of Electrical and Computer Sciences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Indian Institute of Technology Bhubaneswar</a:t>
            </a:r>
          </a:p>
        </p:txBody>
      </p:sp>
      <p:pic>
        <p:nvPicPr>
          <p:cNvPr id="4" name="Picture 3" descr="iit-bhubaneswa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0"/>
            <a:ext cx="158496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Safety-critical systems must satisfy multiple correctness properties.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Static verification cannot guarantee compliance during execution.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Runtime Enforcement (RE) dynamically monitors and edits system outputs.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Conflicts arise while enforcing multiple properties concurrently.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Need for compositional schemes balancing correctness and permissiveness.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Existing RE mechanisms (Serial, Monolithic) are overly restrictive.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Conflicts between multiple properties lead to inconsistent outputs.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Need modular, scalable, and minimally intrusive compositional 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• Runtime Enforcement Monitors: Composition, Synthesis and Enforcer (2012): foundational models; lacks conflict resolution.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• Predictive Runtime Enforcement (2015): reduced latency; limited to single property.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• Bounded Memory RE (2019): supports constrained systems; accuracy trade-off.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• Probabilistic Bounded-Memory RE (2024): balances correctness vs performance.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• Compositional Enforcement of RE (2020): serial/parallel composition; open conflicts.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• Compositional RE Revisited (2022): defines sound parallel rules; complex trade-offs.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Implemented Serial, Monolithic, Least Effort, and Exclusive Enforcers.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Introduced Grouping Techniques: AND, OR, k-of-n, Priority.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Formalized DFA-based runtime enforcement framework.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Analyzed trade-offs between correctness and permissiveness.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Runtime Enforcement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Definition: Ensures outputs satisfy property ϕ by modifying events.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Formal Function: Eϕ : Σ* → Σ*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Key Properties: Soundness, Transparency, Monotonicity.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Operation: Monitor → Evaluate → Edit/Release → Output → Repeat.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Example of Runtime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Property ϕ: Every 'a' must be followed by 'b'.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Input: a c b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Step 1: 'a' blocked (waiting for 'b'); Step 2: 'c' ignored; Step 3: 'b' forms valid prefix.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Result: Output sequence satisfies ϕ maintaining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Grouping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OR Grouping: system valid if any property holds.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k-of-n Grouping: valid if at least k properties hold.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Priority Grouping: high-priority properties enforced first.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Applications: fault tolerance, redundancy, safety prioritization.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AND and OR Grouping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AND: valid only if all properties hold → strongest correctness.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OR: valid if any property holds → maximum permissiveness.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Examples: Safety constraints (AND); backup restoration (OR).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Strict Enforcer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Strict Serial: applies properties sequentially (P1→P2→P3).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Strict Monolithic: combined product automaton enforcing all at once.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Strict Parallel: concurrent enforcement; intersection of accepted events.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Trade-off: highest correctness vs lowest permissiveness.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Strict Enforcer Output</a:t>
            </a:r>
          </a:p>
        </p:txBody>
      </p:sp>
      <p:pic>
        <p:nvPicPr>
          <p:cNvPr id="3" name="Picture 2" descr="strict enfor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10955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505050"/>
                </a:solidFill>
              </a:defRPr>
            </a:pPr>
            <a:r>
              <a:t>Figure 1: Strict Serial Enforcer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Least Effort Enforcer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Least Effort Serial: sequential, releases event if any enforcer allows it.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Least Effort Monolithic: disjunctive product DFA (A∨); event allowed if ≥1 accepts.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Least Effort Parallel: merges outputs via logical OR; maximizes permissiveness.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Least Effort Enforcer Outputs</a:t>
            </a:r>
          </a:p>
        </p:txBody>
      </p:sp>
      <p:pic>
        <p:nvPicPr>
          <p:cNvPr id="3" name="Picture 2" descr="least_effort_monolit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3217852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505050"/>
                </a:solidFill>
              </a:defRPr>
            </a:pPr>
            <a:r>
              <a:t>Figure 2: Least Effort Monolithic Enforcer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Least Effort Enforcer Outputs</a:t>
            </a:r>
          </a:p>
        </p:txBody>
      </p:sp>
      <p:pic>
        <p:nvPicPr>
          <p:cNvPr id="3" name="Picture 2" descr="least_effort_parall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3150911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505050"/>
                </a:solidFill>
              </a:defRPr>
            </a:pPr>
            <a:r>
              <a:t>Figure 3: Least Effort Parallel Enforcer Output (1)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Least Effort Enforcer Outputs</a:t>
            </a:r>
          </a:p>
        </p:txBody>
      </p:sp>
      <p:pic>
        <p:nvPicPr>
          <p:cNvPr id="3" name="Picture 2" descr="least_effort_parall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3553467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505050"/>
                </a:solidFill>
              </a:defRPr>
            </a:pPr>
            <a:r>
              <a:t>Figure 4: Least Effort Parallel Enforcer Output (2)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Exclusive Enforcer</a:t>
            </a:r>
          </a:p>
        </p:txBody>
      </p:sp>
      <p:pic>
        <p:nvPicPr>
          <p:cNvPr id="3" name="Picture 2" descr="exclusive_modified_automa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693194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505050"/>
                </a:solidFill>
              </a:defRPr>
            </a:pPr>
            <a:r>
              <a:t>Figure 5: Modified Automata for Exclusive Enforcer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Explored compositional runtime enforcement schemes.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Implemented Serial, Monolithic, Least Effort, and Exclusive enforcers.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Introduced AND, OR, k-of-n, and Priority groupings.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Established balance among soundness, transparency, and scalability.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Extend Exclusive Enforcer with adaptive conflict resolution.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Explore k-of-n grouping for configurable tolerance.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Implement Priority-based grouping for safety-critical systems.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Integrate probabilistic and performance-aware composition.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1. Pinisetty et al., Runtime Enforcement Monitors..., 2012.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2. Falcone et al., Predictive Runtime Enforcement, 2015.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3. Pinisetty et al., Bounded Memory RE, 2019.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4. Shankar et al., Probabilistic Bounded-Memory RE, 2024.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5. Pinisetty et al., Compositional Enforcement of RE, 2020.</a:t>
            </a:r>
          </a:p>
          <a:p>
            <a:pPr>
              <a:spcBef>
                <a:spcPts val="600"/>
              </a:spcBef>
              <a:defRPr sz="2000">
                <a:solidFill>
                  <a:srgbClr val="000000"/>
                </a:solidFill>
              </a:defRPr>
            </a:pPr>
            <a:r>
              <a:t>6. Pinisetty et al., Compositional RE Revisited,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